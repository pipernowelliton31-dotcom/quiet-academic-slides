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83480" y="0"/>
            <a:ext cx="7208520" cy="6858000"/>
          </a:xfrm>
          <a:prstGeom prst="rect">
            <a:avLst/>
          </a:prstGeom>
          <a:solidFill>
            <a:srgbClr val="EAF0E7"/>
          </a:solidFill>
          <a:ln w="6350">
            <a:solidFill>
              <a:srgbClr val="EAF0E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49240" y="493776"/>
            <a:ext cx="6248400" cy="5879592"/>
          </a:xfrm>
          <a:prstGeom prst="rect">
            <a:avLst/>
          </a:prstGeom>
          <a:solidFill>
            <a:srgbClr val="C3D1BB"/>
          </a:solidFill>
          <a:ln w="6350">
            <a:solidFill>
              <a:srgbClr val="C3D1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0" y="27980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75847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[Hero visual]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512064"/>
            <a:ext cx="420624" cy="0"/>
          </a:xfrm>
          <a:prstGeom prst="line">
            <a:avLst/>
          </a:prstGeom>
          <a:noFill/>
          <a:ln w="15240">
            <a:solidFill>
              <a:srgbClr val="728D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252728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Understanding</a:t>
            </a:r>
            <a:endParaRPr lang="en-US" sz="4600" dirty="0"/>
          </a:p>
          <a:p>
            <a:pPr indent="0" marL="0">
              <a:buNone/>
            </a:pPr>
            <a:r>
              <a:rPr lang="en-US" sz="4600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Change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13232" y="3044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1939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calm, evidence-led research presentation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713232" y="3749040"/>
            <a:ext cx="3675888" cy="0"/>
          </a:xfrm>
          <a:prstGeom prst="line">
            <a:avLst/>
          </a:prstGeom>
          <a:noFill/>
          <a:ln w="8890">
            <a:solidFill>
              <a:srgbClr val="C6CE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959352"/>
            <a:ext cx="4069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What can careful analysis reveal?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3232" y="557784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939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Presenter: [Name]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939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Department: [Unit]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939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Date: [Date]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Three questions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1014984" y="3236976"/>
            <a:ext cx="10168128" cy="0"/>
          </a:xfrm>
          <a:prstGeom prst="line">
            <a:avLst/>
          </a:prstGeom>
          <a:noFill/>
          <a:ln w="12700">
            <a:solidFill>
              <a:srgbClr val="C6CE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70532" y="3145536"/>
            <a:ext cx="173736" cy="173736"/>
          </a:xfrm>
          <a:prstGeom prst="ellipse">
            <a:avLst/>
          </a:prstGeom>
          <a:solidFill>
            <a:srgbClr val="728D73"/>
          </a:solidFill>
          <a:ln w="6350">
            <a:solidFill>
              <a:srgbClr val="728D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28D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11480" y="3785616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939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is changing?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51023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Define the phenomenon.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12180" y="3145536"/>
            <a:ext cx="173736" cy="173736"/>
          </a:xfrm>
          <a:prstGeom prst="ellipse">
            <a:avLst/>
          </a:prstGeom>
          <a:solidFill>
            <a:srgbClr val="88AABD"/>
          </a:solidFill>
          <a:ln w="6350">
            <a:solidFill>
              <a:srgbClr val="88AA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8AAB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453128" y="3785616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939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does it change?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590288" y="51023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Explain the mechanism.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35540" y="3145536"/>
            <a:ext cx="173736" cy="173736"/>
          </a:xfrm>
          <a:prstGeom prst="ellipse">
            <a:avLst/>
          </a:prstGeom>
          <a:solidFill>
            <a:srgbClr val="728D73"/>
          </a:solidFill>
          <a:ln w="6350">
            <a:solidFill>
              <a:srgbClr val="728D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13648" y="19933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28D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476488" y="3785616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939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can we validate?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613648" y="51023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Test the evidence.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29416" y="6510528"/>
            <a:ext cx="283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365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spc="200" kern="0" dirty="0">
                <a:solidFill>
                  <a:srgbClr val="728D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01</a:t>
            </a:r>
            <a:endParaRPr lang="en-US" sz="1140" dirty="0"/>
          </a:p>
        </p:txBody>
      </p:sp>
      <p:sp>
        <p:nvSpPr>
          <p:cNvPr id="3" name="Shape 1"/>
          <p:cNvSpPr/>
          <p:nvPr/>
        </p:nvSpPr>
        <p:spPr>
          <a:xfrm>
            <a:off x="896112" y="429768"/>
            <a:ext cx="438912" cy="0"/>
          </a:xfrm>
          <a:prstGeom prst="line">
            <a:avLst/>
          </a:prstGeom>
          <a:noFill/>
          <a:ln w="10160">
            <a:solidFill>
              <a:srgbClr val="C6CE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90472" y="210312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Understanding the mechanism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1329416" y="6510528"/>
            <a:ext cx="301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67512" y="1161288"/>
            <a:ext cx="4937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80" kern="0" dirty="0">
                <a:solidFill>
                  <a:srgbClr val="728D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KNOWN TRANSFORMATION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46520" y="1161288"/>
            <a:ext cx="4937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88AAB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LEARNED RESPONSE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17336" y="1243584"/>
            <a:ext cx="0" cy="3639312"/>
          </a:xfrm>
          <a:prstGeom prst="line">
            <a:avLst/>
          </a:prstGeom>
          <a:noFill/>
          <a:ln w="10160">
            <a:solidFill>
              <a:srgbClr val="C6CE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847088"/>
            <a:ext cx="987552" cy="960120"/>
          </a:xfrm>
          <a:prstGeom prst="rect">
            <a:avLst/>
          </a:prstGeom>
          <a:solidFill>
            <a:srgbClr val="EAF0E7"/>
          </a:solidFill>
          <a:ln w="6350">
            <a:solidFill>
              <a:srgbClr val="EAF0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28216" y="2322576"/>
            <a:ext cx="173736" cy="0"/>
          </a:xfrm>
          <a:prstGeom prst="line">
            <a:avLst/>
          </a:prstGeom>
          <a:noFill/>
          <a:ln w="12700">
            <a:solidFill>
              <a:srgbClr val="C6CEC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984248" y="1847088"/>
            <a:ext cx="987552" cy="960120"/>
          </a:xfrm>
          <a:prstGeom prst="rect">
            <a:avLst/>
          </a:prstGeom>
          <a:solidFill>
            <a:srgbClr val="C3D1BB"/>
          </a:solidFill>
          <a:ln w="6350">
            <a:solidFill>
              <a:srgbClr val="C3D1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2322576"/>
            <a:ext cx="173736" cy="0"/>
          </a:xfrm>
          <a:prstGeom prst="line">
            <a:avLst/>
          </a:prstGeom>
          <a:noFill/>
          <a:ln w="12700">
            <a:solidFill>
              <a:srgbClr val="C6CEC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73552" y="1847088"/>
            <a:ext cx="987552" cy="960120"/>
          </a:xfrm>
          <a:prstGeom prst="rect">
            <a:avLst/>
          </a:prstGeom>
          <a:solidFill>
            <a:srgbClr val="A5BAA0"/>
          </a:solidFill>
          <a:ln w="6350">
            <a:solidFill>
              <a:srgbClr val="A5BA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6824" y="2322576"/>
            <a:ext cx="173736" cy="0"/>
          </a:xfrm>
          <a:prstGeom prst="line">
            <a:avLst/>
          </a:prstGeom>
          <a:noFill/>
          <a:ln w="12700">
            <a:solidFill>
              <a:srgbClr val="C6CEC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62856" y="1847088"/>
            <a:ext cx="987552" cy="960120"/>
          </a:xfrm>
          <a:prstGeom prst="rect">
            <a:avLst/>
          </a:prstGeom>
          <a:solidFill>
            <a:srgbClr val="CDDDDF"/>
          </a:solidFill>
          <a:ln w="6350">
            <a:solidFill>
              <a:srgbClr val="CDDD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288950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Input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67328" y="28895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Transformed state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19672" y="1847088"/>
            <a:ext cx="1161288" cy="960120"/>
          </a:xfrm>
          <a:prstGeom prst="rect">
            <a:avLst/>
          </a:prstGeom>
          <a:solidFill>
            <a:srgbClr val="CDDDDF"/>
          </a:solidFill>
          <a:ln w="6350">
            <a:solidFill>
              <a:srgbClr val="CDDD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5976" y="1956816"/>
            <a:ext cx="8686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[Observed state]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44968" y="2322576"/>
            <a:ext cx="228600" cy="0"/>
          </a:xfrm>
          <a:prstGeom prst="line">
            <a:avLst/>
          </a:prstGeom>
          <a:noFill/>
          <a:ln w="12700">
            <a:solidFill>
              <a:srgbClr val="C6CEC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74152" y="2002536"/>
            <a:ext cx="1975104" cy="658368"/>
          </a:xfrm>
          <a:prstGeom prst="rect">
            <a:avLst/>
          </a:prstGeom>
          <a:solidFill>
            <a:srgbClr val="E9F0F3"/>
          </a:solidFill>
          <a:ln w="6350">
            <a:solidFill>
              <a:srgbClr val="E9F0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0456" y="2112264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939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[Model / estimate]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149840" y="2322576"/>
            <a:ext cx="164592" cy="0"/>
          </a:xfrm>
          <a:prstGeom prst="line">
            <a:avLst/>
          </a:prstGeom>
          <a:noFill/>
          <a:ln w="12700">
            <a:solidFill>
              <a:srgbClr val="C6CEC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405872" y="1847088"/>
            <a:ext cx="1170432" cy="960120"/>
          </a:xfrm>
          <a:prstGeom prst="rect">
            <a:avLst/>
          </a:prstGeom>
          <a:solidFill>
            <a:srgbClr val="EAF0E7"/>
          </a:solidFill>
          <a:ln w="6350">
            <a:solidFill>
              <a:srgbClr val="EAF0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52176" y="1956816"/>
            <a:ext cx="8778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[Result]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87552" y="38404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[Known forward relation]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6565392" y="384048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[Prediction or reconstruction equation]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04088" y="5065776"/>
            <a:ext cx="10771632" cy="0"/>
          </a:xfrm>
          <a:prstGeom prst="line">
            <a:avLst/>
          </a:prstGeom>
          <a:noFill/>
          <a:ln w="10160">
            <a:solidFill>
              <a:srgbClr val="C6CE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" y="55321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39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COMPARE EVIDENCE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017520" y="55595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28D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[Known target]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5431536" y="5733288"/>
            <a:ext cx="210312" cy="0"/>
          </a:xfrm>
          <a:prstGeom prst="line">
            <a:avLst/>
          </a:prstGeom>
          <a:noFill/>
          <a:ln w="12700">
            <a:solidFill>
              <a:srgbClr val="C6CECA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5715000" y="5541264"/>
            <a:ext cx="2514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[Error / objective]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8439912" y="5733288"/>
            <a:ext cx="210312" cy="0"/>
          </a:xfrm>
          <a:prstGeom prst="line">
            <a:avLst/>
          </a:prstGeom>
          <a:noFill/>
          <a:ln w="12700">
            <a:solidFill>
              <a:srgbClr val="88AABD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8750808" y="5559552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8AAB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[Model estimate]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365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spc="200" kern="0" dirty="0">
                <a:solidFill>
                  <a:srgbClr val="728D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</a:t>
            </a:r>
            <a:endParaRPr lang="en-US" sz="1140" dirty="0"/>
          </a:p>
        </p:txBody>
      </p:sp>
      <p:sp>
        <p:nvSpPr>
          <p:cNvPr id="3" name="Shape 1"/>
          <p:cNvSpPr/>
          <p:nvPr/>
        </p:nvSpPr>
        <p:spPr>
          <a:xfrm>
            <a:off x="896112" y="429768"/>
            <a:ext cx="438912" cy="0"/>
          </a:xfrm>
          <a:prstGeom prst="line">
            <a:avLst/>
          </a:prstGeom>
          <a:noFill/>
          <a:ln w="10160">
            <a:solidFill>
              <a:srgbClr val="C6CE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90472" y="210312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Tracing the transition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1329416" y="6510528"/>
            <a:ext cx="301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[Transition equation or invariant]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2432304"/>
            <a:ext cx="2057400" cy="2011680"/>
          </a:xfrm>
          <a:prstGeom prst="rect">
            <a:avLst/>
          </a:prstGeom>
          <a:solidFill>
            <a:srgbClr val="CDDDDF"/>
          </a:solidFill>
          <a:ln w="6350">
            <a:solidFill>
              <a:srgbClr val="CDDD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2542032"/>
            <a:ext cx="176479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[Initial state]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372600" y="2432304"/>
            <a:ext cx="2057400" cy="2011680"/>
          </a:xfrm>
          <a:prstGeom prst="rect">
            <a:avLst/>
          </a:prstGeom>
          <a:solidFill>
            <a:srgbClr val="C3D1BB"/>
          </a:solidFill>
          <a:ln w="6350">
            <a:solidFill>
              <a:srgbClr val="C3D1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18904" y="2542032"/>
            <a:ext cx="176479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[Final state]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35808" y="3438144"/>
            <a:ext cx="6117336" cy="0"/>
          </a:xfrm>
          <a:prstGeom prst="line">
            <a:avLst/>
          </a:prstGeom>
          <a:noFill/>
          <a:ln w="17780">
            <a:solidFill>
              <a:srgbClr val="C6CEC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93592" y="3264408"/>
            <a:ext cx="347472" cy="347472"/>
          </a:xfrm>
          <a:prstGeom prst="ellipse">
            <a:avLst/>
          </a:prstGeom>
          <a:solidFill>
            <a:srgbClr val="728D73"/>
          </a:solidFill>
          <a:ln w="6350">
            <a:solidFill>
              <a:srgbClr val="728D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3592" y="329184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8F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16352" y="390448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OBSERVE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24728" y="3264408"/>
            <a:ext cx="347472" cy="347472"/>
          </a:xfrm>
          <a:prstGeom prst="ellipse">
            <a:avLst/>
          </a:prstGeom>
          <a:solidFill>
            <a:srgbClr val="88AABD"/>
          </a:solidFill>
          <a:ln w="6350">
            <a:solidFill>
              <a:srgbClr val="88AA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24728" y="329184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8F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47488" y="390448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UPDATE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3264408"/>
            <a:ext cx="347472" cy="347472"/>
          </a:xfrm>
          <a:prstGeom prst="ellipse">
            <a:avLst/>
          </a:prstGeom>
          <a:solidFill>
            <a:srgbClr val="728D73"/>
          </a:solidFill>
          <a:ln w="6350">
            <a:solidFill>
              <a:srgbClr val="728D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3291840"/>
            <a:ext cx="338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8F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69480" y="390448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REPEAT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754880"/>
            <a:ext cx="2057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[State at t]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372600" y="4754880"/>
            <a:ext cx="2057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[State at t + 1]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365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spc="200" kern="0" dirty="0">
                <a:solidFill>
                  <a:srgbClr val="728D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</a:t>
            </a:r>
            <a:endParaRPr lang="en-US" sz="1140" dirty="0"/>
          </a:p>
        </p:txBody>
      </p:sp>
      <p:sp>
        <p:nvSpPr>
          <p:cNvPr id="3" name="Shape 1"/>
          <p:cNvSpPr/>
          <p:nvPr/>
        </p:nvSpPr>
        <p:spPr>
          <a:xfrm>
            <a:off x="896112" y="429768"/>
            <a:ext cx="438912" cy="0"/>
          </a:xfrm>
          <a:prstGeom prst="line">
            <a:avLst/>
          </a:prstGeom>
          <a:noFill/>
          <a:ln w="10160">
            <a:solidFill>
              <a:srgbClr val="C6CE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90472" y="210312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Relationships guide the result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1329416" y="6510528"/>
            <a:ext cx="3017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67512" y="1024128"/>
            <a:ext cx="7223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Prompt:  "[Instruction or condition]"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011680" y="17556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88AAB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INPUT FEATURES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2075688"/>
            <a:ext cx="411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1939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2852928" y="2075688"/>
            <a:ext cx="411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1939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3328416" y="2075688"/>
            <a:ext cx="411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1939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3803904" y="2075688"/>
            <a:ext cx="411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dirty="0">
                <a:solidFill>
                  <a:srgbClr val="1939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1709928" y="2487168"/>
            <a:ext cx="146304" cy="146304"/>
          </a:xfrm>
          <a:prstGeom prst="ellipse">
            <a:avLst/>
          </a:prstGeom>
          <a:solidFill>
            <a:srgbClr val="728D73"/>
          </a:solidFill>
          <a:ln w="6350">
            <a:solidFill>
              <a:srgbClr val="728D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47088" y="2560320"/>
            <a:ext cx="420624" cy="0"/>
          </a:xfrm>
          <a:prstGeom prst="line">
            <a:avLst/>
          </a:prstGeom>
          <a:noFill/>
          <a:ln w="10160">
            <a:solidFill>
              <a:srgbClr val="C6CEC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77440" y="2331720"/>
            <a:ext cx="411480" cy="411480"/>
          </a:xfrm>
          <a:prstGeom prst="rect">
            <a:avLst/>
          </a:prstGeom>
          <a:solidFill>
            <a:srgbClr val="CDDDDF"/>
          </a:solidFill>
          <a:ln w="6350">
            <a:solidFill>
              <a:srgbClr val="CDDD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52928" y="2331720"/>
            <a:ext cx="411480" cy="411480"/>
          </a:xfrm>
          <a:prstGeom prst="rect">
            <a:avLst/>
          </a:prstGeom>
          <a:solidFill>
            <a:srgbClr val="C3D1BB"/>
          </a:solidFill>
          <a:ln w="6350">
            <a:solidFill>
              <a:srgbClr val="C3D1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28416" y="2331720"/>
            <a:ext cx="411480" cy="411480"/>
          </a:xfrm>
          <a:prstGeom prst="rect">
            <a:avLst/>
          </a:prstGeom>
          <a:solidFill>
            <a:srgbClr val="88AABD"/>
          </a:solidFill>
          <a:ln w="6350">
            <a:solidFill>
              <a:srgbClr val="88AAB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03904" y="2331720"/>
            <a:ext cx="411480" cy="411480"/>
          </a:xfrm>
          <a:prstGeom prst="rect">
            <a:avLst/>
          </a:prstGeom>
          <a:solidFill>
            <a:srgbClr val="A5BAA0"/>
          </a:solidFill>
          <a:ln w="6350">
            <a:solidFill>
              <a:srgbClr val="A5BA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9928" y="2962656"/>
            <a:ext cx="146304" cy="146304"/>
          </a:xfrm>
          <a:prstGeom prst="ellipse">
            <a:avLst/>
          </a:prstGeom>
          <a:solidFill>
            <a:srgbClr val="728D73"/>
          </a:solidFill>
          <a:ln w="6350">
            <a:solidFill>
              <a:srgbClr val="728D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47088" y="3035808"/>
            <a:ext cx="420624" cy="0"/>
          </a:xfrm>
          <a:prstGeom prst="line">
            <a:avLst/>
          </a:prstGeom>
          <a:noFill/>
          <a:ln w="10160">
            <a:solidFill>
              <a:srgbClr val="C6CEC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377440" y="2807208"/>
            <a:ext cx="411480" cy="411480"/>
          </a:xfrm>
          <a:prstGeom prst="rect">
            <a:avLst/>
          </a:prstGeom>
          <a:solidFill>
            <a:srgbClr val="A5BAA0"/>
          </a:solidFill>
          <a:ln w="6350">
            <a:solidFill>
              <a:srgbClr val="A5BA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52928" y="2807208"/>
            <a:ext cx="411480" cy="411480"/>
          </a:xfrm>
          <a:prstGeom prst="rect">
            <a:avLst/>
          </a:prstGeom>
          <a:solidFill>
            <a:srgbClr val="E9F0F3"/>
          </a:solidFill>
          <a:ln w="6350">
            <a:solidFill>
              <a:srgbClr val="E9F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28416" y="2807208"/>
            <a:ext cx="411480" cy="411480"/>
          </a:xfrm>
          <a:prstGeom prst="rect">
            <a:avLst/>
          </a:prstGeom>
          <a:solidFill>
            <a:srgbClr val="CDDDDF"/>
          </a:solidFill>
          <a:ln w="6350">
            <a:solidFill>
              <a:srgbClr val="CDDD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03904" y="2807208"/>
            <a:ext cx="411480" cy="411480"/>
          </a:xfrm>
          <a:prstGeom prst="rect">
            <a:avLst/>
          </a:prstGeom>
          <a:solidFill>
            <a:srgbClr val="C3D1BB"/>
          </a:solidFill>
          <a:ln w="6350">
            <a:solidFill>
              <a:srgbClr val="C3D1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09928" y="3438144"/>
            <a:ext cx="146304" cy="146304"/>
          </a:xfrm>
          <a:prstGeom prst="ellipse">
            <a:avLst/>
          </a:prstGeom>
          <a:solidFill>
            <a:srgbClr val="728D73"/>
          </a:solidFill>
          <a:ln w="6350">
            <a:solidFill>
              <a:srgbClr val="728D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47088" y="3511296"/>
            <a:ext cx="420624" cy="0"/>
          </a:xfrm>
          <a:prstGeom prst="line">
            <a:avLst/>
          </a:prstGeom>
          <a:noFill/>
          <a:ln w="10160">
            <a:solidFill>
              <a:srgbClr val="C6CEC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377440" y="3282696"/>
            <a:ext cx="411480" cy="411480"/>
          </a:xfrm>
          <a:prstGeom prst="rect">
            <a:avLst/>
          </a:prstGeom>
          <a:solidFill>
            <a:srgbClr val="C3D1BB"/>
          </a:solidFill>
          <a:ln w="6350">
            <a:solidFill>
              <a:srgbClr val="C3D1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52928" y="3282696"/>
            <a:ext cx="411480" cy="411480"/>
          </a:xfrm>
          <a:prstGeom prst="rect">
            <a:avLst/>
          </a:prstGeom>
          <a:solidFill>
            <a:srgbClr val="88AABD"/>
          </a:solidFill>
          <a:ln w="6350">
            <a:solidFill>
              <a:srgbClr val="88AAB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28416" y="3282696"/>
            <a:ext cx="411480" cy="411480"/>
          </a:xfrm>
          <a:prstGeom prst="rect">
            <a:avLst/>
          </a:prstGeom>
          <a:solidFill>
            <a:srgbClr val="A5BAA0"/>
          </a:solidFill>
          <a:ln w="6350">
            <a:solidFill>
              <a:srgbClr val="A5BA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03904" y="3282696"/>
            <a:ext cx="411480" cy="411480"/>
          </a:xfrm>
          <a:prstGeom prst="rect">
            <a:avLst/>
          </a:prstGeom>
          <a:solidFill>
            <a:srgbClr val="E9F0F3"/>
          </a:solidFill>
          <a:ln w="6350">
            <a:solidFill>
              <a:srgbClr val="E9F0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09928" y="3913632"/>
            <a:ext cx="146304" cy="146304"/>
          </a:xfrm>
          <a:prstGeom prst="ellipse">
            <a:avLst/>
          </a:prstGeom>
          <a:solidFill>
            <a:srgbClr val="728D73"/>
          </a:solidFill>
          <a:ln w="6350">
            <a:solidFill>
              <a:srgbClr val="728D7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47088" y="3986784"/>
            <a:ext cx="420624" cy="0"/>
          </a:xfrm>
          <a:prstGeom prst="line">
            <a:avLst/>
          </a:prstGeom>
          <a:noFill/>
          <a:ln w="10160">
            <a:solidFill>
              <a:srgbClr val="C6CEC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377440" y="3758184"/>
            <a:ext cx="411480" cy="411480"/>
          </a:xfrm>
          <a:prstGeom prst="rect">
            <a:avLst/>
          </a:prstGeom>
          <a:solidFill>
            <a:srgbClr val="E9F0F3"/>
          </a:solidFill>
          <a:ln w="6350">
            <a:solidFill>
              <a:srgbClr val="E9F0F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52928" y="3758184"/>
            <a:ext cx="411480" cy="411480"/>
          </a:xfrm>
          <a:prstGeom prst="rect">
            <a:avLst/>
          </a:prstGeom>
          <a:solidFill>
            <a:srgbClr val="CDDDDF"/>
          </a:solidFill>
          <a:ln w="6350">
            <a:solidFill>
              <a:srgbClr val="CDDDD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28416" y="3758184"/>
            <a:ext cx="411480" cy="411480"/>
          </a:xfrm>
          <a:prstGeom prst="rect">
            <a:avLst/>
          </a:prstGeom>
          <a:solidFill>
            <a:srgbClr val="C3D1BB"/>
          </a:solidFill>
          <a:ln w="6350">
            <a:solidFill>
              <a:srgbClr val="C3D1B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03904" y="3758184"/>
            <a:ext cx="411480" cy="411480"/>
          </a:xfrm>
          <a:prstGeom prst="rect">
            <a:avLst/>
          </a:prstGeom>
          <a:solidFill>
            <a:srgbClr val="88AABD"/>
          </a:solidFill>
          <a:ln w="6350">
            <a:solidFill>
              <a:srgbClr val="88AAB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0288" y="3063240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939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[Relation scores]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16552" y="3374136"/>
            <a:ext cx="155448" cy="0"/>
          </a:xfrm>
          <a:prstGeom prst="line">
            <a:avLst/>
          </a:prstGeom>
          <a:noFill/>
          <a:ln w="12700">
            <a:solidFill>
              <a:srgbClr val="C6CEC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669280" y="3749040"/>
            <a:ext cx="0" cy="1280160"/>
          </a:xfrm>
          <a:prstGeom prst="line">
            <a:avLst/>
          </a:prstGeom>
          <a:noFill/>
          <a:ln w="10160">
            <a:solidFill>
              <a:srgbClr val="728D7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69280" y="5029200"/>
            <a:ext cx="-2359152" cy="0"/>
          </a:xfrm>
          <a:prstGeom prst="line">
            <a:avLst/>
          </a:prstGeom>
          <a:noFill/>
          <a:ln w="10160">
            <a:solidFill>
              <a:srgbClr val="728D7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10128" y="5029200"/>
            <a:ext cx="0" cy="219456"/>
          </a:xfrm>
          <a:prstGeom prst="line">
            <a:avLst/>
          </a:prstGeom>
          <a:noFill/>
          <a:ln w="12700">
            <a:solidFill>
              <a:srgbClr val="728D73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275320" y="1956816"/>
            <a:ext cx="3072384" cy="2423160"/>
          </a:xfrm>
          <a:prstGeom prst="rect">
            <a:avLst/>
          </a:prstGeom>
          <a:solidFill>
            <a:srgbClr val="EAF0E7"/>
          </a:solidFill>
          <a:ln w="6350">
            <a:solidFill>
              <a:srgbClr val="EAF0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21624" y="2066544"/>
            <a:ext cx="2779776" cy="2203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[Output visual]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262872" y="16916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OUTPUT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5800" y="533095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[Current state]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2057400" y="5550408"/>
            <a:ext cx="246888" cy="0"/>
          </a:xfrm>
          <a:prstGeom prst="line">
            <a:avLst/>
          </a:prstGeom>
          <a:noFill/>
          <a:ln w="12700">
            <a:solidFill>
              <a:srgbClr val="C6CEC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386584" y="5312664"/>
            <a:ext cx="1892808" cy="457200"/>
          </a:xfrm>
          <a:prstGeom prst="rect">
            <a:avLst/>
          </a:prstGeom>
          <a:solidFill>
            <a:srgbClr val="E9F0F3"/>
          </a:solidFill>
          <a:ln w="6350">
            <a:solidFill>
              <a:srgbClr val="E9F0F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32888" y="542239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939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[Transformation]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379976" y="5550408"/>
            <a:ext cx="310896" cy="0"/>
          </a:xfrm>
          <a:prstGeom prst="line">
            <a:avLst/>
          </a:prstGeom>
          <a:noFill/>
          <a:ln w="12700">
            <a:solidFill>
              <a:srgbClr val="C6CECA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773168" y="5312664"/>
            <a:ext cx="1161288" cy="457200"/>
          </a:xfrm>
          <a:prstGeom prst="rect">
            <a:avLst/>
          </a:prstGeom>
          <a:solidFill>
            <a:srgbClr val="EAF0E7"/>
          </a:solidFill>
          <a:ln w="6350">
            <a:solidFill>
              <a:srgbClr val="EAF0E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9472" y="54223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939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[Update]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044184" y="5550408"/>
            <a:ext cx="283464" cy="0"/>
          </a:xfrm>
          <a:prstGeom prst="line">
            <a:avLst/>
          </a:prstGeom>
          <a:noFill/>
          <a:ln w="12700">
            <a:solidFill>
              <a:srgbClr val="C6CECA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6428232" y="5330952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[Next state]</a:t>
            </a:r>
            <a:endParaRPr lang="en-US" sz="2100" dirty="0"/>
          </a:p>
        </p:txBody>
      </p:sp>
      <p:sp>
        <p:nvSpPr>
          <p:cNvPr id="53" name="Shape 51"/>
          <p:cNvSpPr/>
          <p:nvPr/>
        </p:nvSpPr>
        <p:spPr>
          <a:xfrm>
            <a:off x="8284464" y="5550408"/>
            <a:ext cx="320040" cy="0"/>
          </a:xfrm>
          <a:prstGeom prst="line">
            <a:avLst/>
          </a:prstGeom>
          <a:noFill/>
          <a:ln w="11430">
            <a:solidFill>
              <a:srgbClr val="C6CECA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8695944" y="5312664"/>
            <a:ext cx="1975104" cy="457200"/>
          </a:xfrm>
          <a:prstGeom prst="rect">
            <a:avLst/>
          </a:prstGeom>
          <a:solidFill>
            <a:srgbClr val="EAF0E7"/>
          </a:solidFill>
          <a:ln w="6350">
            <a:solidFill>
              <a:srgbClr val="EAF0E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42248" y="542239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939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[Output map]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9665208" y="5230368"/>
            <a:ext cx="0" cy="-713232"/>
          </a:xfrm>
          <a:prstGeom prst="line">
            <a:avLst/>
          </a:prstGeom>
          <a:noFill/>
          <a:ln w="12700">
            <a:solidFill>
              <a:srgbClr val="728D73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 open question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58368" y="1527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28D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QUESTION FOR FUTURE 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7512" y="2011680"/>
            <a:ext cx="361188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What remains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unexplained?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76656" y="4818888"/>
            <a:ext cx="3547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[A concise research or decision mission in one or two sentences.]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480560" y="1243584"/>
            <a:ext cx="0" cy="4928616"/>
          </a:xfrm>
          <a:prstGeom prst="line">
            <a:avLst/>
          </a:prstGeom>
          <a:noFill/>
          <a:ln w="11430">
            <a:solidFill>
              <a:srgbClr val="C6CE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46904" y="1408176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EXISTING EVIDENCE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46904" y="1773936"/>
            <a:ext cx="6492240" cy="1728216"/>
          </a:xfrm>
          <a:prstGeom prst="rect">
            <a:avLst/>
          </a:prstGeom>
          <a:solidFill>
            <a:srgbClr val="E9F0F3"/>
          </a:solidFill>
          <a:ln w="6350">
            <a:solidFill>
              <a:srgbClr val="E9F0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93208" y="1883664"/>
            <a:ext cx="6199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[Prior work, benchmark, or figure]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46904" y="3803904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CURRENT FINDINGS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46904" y="4151376"/>
            <a:ext cx="6492240" cy="1618488"/>
          </a:xfrm>
          <a:prstGeom prst="rect">
            <a:avLst/>
          </a:prstGeom>
          <a:solidFill>
            <a:srgbClr val="EAF0E7"/>
          </a:solidFill>
          <a:ln w="6350">
            <a:solidFill>
              <a:srgbClr val="EAF0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93208" y="4261104"/>
            <a:ext cx="619963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[Our experiment, comparison, or observation]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329416" y="651052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5847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83480" y="0"/>
            <a:ext cx="7208520" cy="6858000"/>
          </a:xfrm>
          <a:prstGeom prst="rect">
            <a:avLst/>
          </a:prstGeom>
          <a:solidFill>
            <a:srgbClr val="EAF0E7"/>
          </a:solidFill>
          <a:ln w="6350">
            <a:solidFill>
              <a:srgbClr val="EAF0E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30952" y="484632"/>
            <a:ext cx="6266688" cy="5870448"/>
          </a:xfrm>
          <a:prstGeom prst="rect">
            <a:avLst/>
          </a:prstGeom>
          <a:solidFill>
            <a:srgbClr val="C3D1BB"/>
          </a:solidFill>
          <a:ln w="6350">
            <a:solidFill>
              <a:srgbClr val="C3D1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20840" y="276148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75847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[Closing visual]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512064"/>
            <a:ext cx="420624" cy="0"/>
          </a:xfrm>
          <a:prstGeom prst="line">
            <a:avLst/>
          </a:prstGeom>
          <a:noFill/>
          <a:ln w="15240">
            <a:solidFill>
              <a:srgbClr val="728D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44168"/>
            <a:ext cx="4389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13232" y="285292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[One lasting idea]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19392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[one concise insight]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4361688"/>
            <a:ext cx="3931920" cy="0"/>
          </a:xfrm>
          <a:prstGeom prst="line">
            <a:avLst/>
          </a:prstGeom>
          <a:noFill/>
          <a:ln w="8890">
            <a:solidFill>
              <a:srgbClr val="C6CE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5079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28D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LEARN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103120" y="45079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28D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74720" y="45079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28D7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APPLY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577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939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Presenter: [Name]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9392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Date: [Date]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alatino Linoty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Quiet Academic Slides starter</dc:title>
  <dc:subject>Editable academic editorial layout starter</dc:subject>
  <dc:creator>Quiet Academic Slides</dc:creator>
  <cp:lastModifiedBy>Quiet Academic Slides</cp:lastModifiedBy>
  <cp:revision>1</cp:revision>
  <dcterms:created xsi:type="dcterms:W3CDTF">2026-10-29T05:53:41Z</dcterms:created>
  <dcterms:modified xsi:type="dcterms:W3CDTF">2026-10-29T05:53:41Z</dcterms:modified>
</cp:coreProperties>
</file>